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3"/>
  </p:handout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1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409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71852EEF-6CDF-2A9F-3684-F832CE093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9B31A04-272F-455C-0F80-0068227EB31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3E3603-E0A0-4EE8-BC93-B56356478B9E}" type="datetimeFigureOut">
              <a:rPr lang="zh-TW" altLang="en-US" smtClean="0"/>
              <a:t>2025/12/23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25D544B-BC88-7A6C-DE86-47EB603C457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3CA83BA-C2A1-A5E4-1C15-99D2413A436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1AE632-1857-4D3D-B013-1FB59286D2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54647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BAFA-C972-4479-A3DD-9752CE7EC178}" type="datetimeFigureOut">
              <a:rPr lang="zh-TW" altLang="en-US" smtClean="0"/>
              <a:t>2025/12/23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158EC-52DA-416D-B1E9-9806ECE3F6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3349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BAFA-C972-4479-A3DD-9752CE7EC178}" type="datetimeFigureOut">
              <a:rPr lang="zh-TW" altLang="en-US" smtClean="0"/>
              <a:t>2025/12/23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158EC-52DA-416D-B1E9-9806ECE3F6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0875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BAFA-C972-4479-A3DD-9752CE7EC178}" type="datetimeFigureOut">
              <a:rPr lang="zh-TW" altLang="en-US" smtClean="0"/>
              <a:t>2025/12/23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158EC-52DA-416D-B1E9-9806ECE3F6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2201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BAFA-C972-4479-A3DD-9752CE7EC178}" type="datetimeFigureOut">
              <a:rPr lang="zh-TW" altLang="en-US" smtClean="0"/>
              <a:t>2025/12/23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158EC-52DA-416D-B1E9-9806ECE3F6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503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BAFA-C972-4479-A3DD-9752CE7EC178}" type="datetimeFigureOut">
              <a:rPr lang="zh-TW" altLang="en-US" smtClean="0"/>
              <a:t>2025/12/23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158EC-52DA-416D-B1E9-9806ECE3F6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7738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BAFA-C972-4479-A3DD-9752CE7EC178}" type="datetimeFigureOut">
              <a:rPr lang="zh-TW" altLang="en-US" smtClean="0"/>
              <a:t>2025/12/23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158EC-52DA-416D-B1E9-9806ECE3F6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665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BAFA-C972-4479-A3DD-9752CE7EC178}" type="datetimeFigureOut">
              <a:rPr lang="zh-TW" altLang="en-US" smtClean="0"/>
              <a:t>2025/12/23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158EC-52DA-416D-B1E9-9806ECE3F6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9087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BAFA-C972-4479-A3DD-9752CE7EC178}" type="datetimeFigureOut">
              <a:rPr lang="zh-TW" altLang="en-US" smtClean="0"/>
              <a:t>2025/12/23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158EC-52DA-416D-B1E9-9806ECE3F6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2370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BAFA-C972-4479-A3DD-9752CE7EC178}" type="datetimeFigureOut">
              <a:rPr lang="zh-TW" altLang="en-US" smtClean="0"/>
              <a:t>2025/12/23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158EC-52DA-416D-B1E9-9806ECE3F6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1456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BAFA-C972-4479-A3DD-9752CE7EC178}" type="datetimeFigureOut">
              <a:rPr lang="zh-TW" altLang="en-US" smtClean="0"/>
              <a:t>2025/12/23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158EC-52DA-416D-B1E9-9806ECE3F6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3441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BAFA-C972-4479-A3DD-9752CE7EC178}" type="datetimeFigureOut">
              <a:rPr lang="zh-TW" altLang="en-US" smtClean="0"/>
              <a:t>2025/12/23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158EC-52DA-416D-B1E9-9806ECE3F6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735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fld id="{B703BAFA-C972-4479-A3DD-9752CE7EC178}" type="datetimeFigureOut">
              <a:rPr lang="zh-TW" altLang="en-US" smtClean="0"/>
              <a:pPr/>
              <a:t>2025/12/23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fld id="{C07158EC-52DA-416D-B1E9-9806ECE3F6E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2947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9B241D-66A1-A778-72EE-C40FD6506C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8C20893-FD2A-7C68-838F-B8975BB360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7117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佈景主題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</TotalTime>
  <Words>0</Words>
  <Application>Microsoft Office PowerPoint</Application>
  <PresentationFormat>如螢幕大小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Aptos</vt:lpstr>
      <vt:lpstr>Arial</vt:lpstr>
      <vt:lpstr>Times New Roman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TNT JH</dc:creator>
  <cp:lastModifiedBy>TNT JH</cp:lastModifiedBy>
  <cp:revision>4</cp:revision>
  <dcterms:created xsi:type="dcterms:W3CDTF">2025-12-23T15:32:38Z</dcterms:created>
  <dcterms:modified xsi:type="dcterms:W3CDTF">2025-12-23T16:02:32Z</dcterms:modified>
</cp:coreProperties>
</file>