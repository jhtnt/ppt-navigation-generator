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9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409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71852EEF-6CDF-2A9F-3684-F832CE093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9B31A04-272F-455C-0F80-0068227EB3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E3603-E0A0-4EE8-BC93-B56356478B9E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25D544B-BC88-7A6C-DE86-47EB603C45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CA83BA-C2A1-A5E4-1C15-99D2413A43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AE632-1857-4D3D-B013-1FB59286D2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54647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C68755-74BA-F5EA-18A5-D640032186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84D119F-8B77-0D16-892F-6FB352BEA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C62938-47E1-A84D-756C-97BFF0A4D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2BE6FE-C189-C88B-6FBB-0EE2B080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D981C4-FD0F-7BA2-F42C-42A87CFE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819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5E57E0-36B5-F5CF-B8FF-D79D930F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AF9223-7B1B-A82F-1E67-241051D0C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6829F7-1B88-1ECD-FEB0-FC1F25448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512E5B-EBF2-D02F-51DD-51423A86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411C18-EE98-9A3A-A55D-10F53C4EA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5112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0AD8BF-2963-D920-7019-9DD3A5097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B1800A0-E2A1-E377-D8CE-D6F471502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023ADA-659E-B023-795F-748176D2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B5412D-270C-BFE4-B29F-5A5B3561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B47BD9-65CF-F4AC-F984-311960E5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4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F413C6-8B45-8C76-6F04-C3370389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80791-5522-27CE-78C0-0640B5D30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2A1924-C831-5492-ACBF-8BF4F689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AFC8AB7-308B-3CC2-8699-D09FA1BC9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3DBF2C-2C6C-86A1-7AB7-084595530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833AA6-E283-381F-E7C2-71C2D432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3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737624-B4DB-FC40-2074-874B50C2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B815BC-8C46-599A-E4F2-14FC01299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0DCEE0F-655E-AE1E-DED9-0E6BDB1B7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EC6EE4B-FE8F-C256-D9F9-ECE48E9BF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92A0C6B-7B2C-BAAD-042B-6E6D5B98E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0D821F9-22B7-4858-36EA-E2A624837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85209E9-A6CD-2EB1-1EC6-00B43B804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F876727-C2E2-0F6D-00A8-21E9003F6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0773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AD31EE-D16F-45BB-2E23-64DC09FE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44068B6-847C-067B-E994-86B4A8AA9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1C76206-C99D-CD85-B1DB-0E8502DC3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C0A668D-30A8-50BA-CD6C-43B5A4332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3263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CF759CE-FECF-41F8-F3B5-0530F8CEB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C6436F6-F782-014F-4F87-899262225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103084-4A17-2075-3D5C-A51AF76F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4976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26B6C3-E63E-C764-367F-028705C6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4FF064-A528-F533-4D5D-3EF397E46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29A426-BEAD-4439-B1E0-A47B363AE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CB8AB9-513E-0D86-5394-68A3F722A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AF95ED3-8273-1FE3-107A-71EA8BC7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C618A9-0AAF-AABC-FED1-B5ADC436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339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3D49B3-851D-5BD2-14A0-6423D356E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30F6340-C1C3-BDC8-90AF-9B14C872D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B9A00B9-D2ED-882F-BB78-ABDCD0F9C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4125BF3-2520-7846-7968-2A543924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2E86FA-8E6E-2807-792C-29F0E9E0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0517EAF-01D5-6629-9387-7F1AA1011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14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E9925A-2C47-2DBC-02F1-CE1DCBB23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8DD4C4-126D-5134-4DD6-8C52FF070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EDB039-7E56-8185-897C-784261CB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945A2B-DBE7-475E-71B9-65C70A38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50D466-1773-60A8-A269-137FE0B0B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4866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40D89BA-B140-D0F6-1290-30B9D1DFC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A3292EC-8F3F-FFA4-841E-8BDE26808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BEBED7-620D-1639-08C8-8FCB2C20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67718D-726C-7BEC-A0F0-F225900B6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0C8A7F-E27A-93F8-92BE-AB32DA681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1235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D3E0941-21FC-DCBD-C60B-C4EA8EC8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E8B783-C725-C9BB-F6E6-FC06B394E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B813FE-B888-A265-E19E-4F94E53FE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fld id="{B703BAFA-C972-4479-A3DD-9752CE7EC178}" type="datetimeFigureOut">
              <a:rPr lang="zh-TW" altLang="en-US" smtClean="0"/>
              <a:pPr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17DDCC-8857-4213-23C7-E4586D401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A4F3DE-BBC6-876C-539D-2DBD5A671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fld id="{C07158EC-52DA-416D-B1E9-9806ECE3F6E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234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9B241D-66A1-A778-72EE-C40FD6506C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8C20893-FD2A-7C68-838F-B8975BB360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117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Arial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TNT JH</dc:creator>
  <cp:lastModifiedBy>TNT JH</cp:lastModifiedBy>
  <cp:revision>1</cp:revision>
  <dcterms:created xsi:type="dcterms:W3CDTF">2025-12-23T15:32:38Z</dcterms:created>
  <dcterms:modified xsi:type="dcterms:W3CDTF">2025-12-23T15:32:58Z</dcterms:modified>
</cp:coreProperties>
</file>